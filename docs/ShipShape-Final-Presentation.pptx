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7ACC"/>
                </a:solidFill>
              </a:defRPr>
            </a:pPr>
            <a:r>
              <a:t>ShipShape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Performance Audit &amp; Optimization — Final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EC9B0"/>
                </a:solidFill>
              </a:defRPr>
            </a:pPr>
            <a:r>
              <a:t>7 Categories | 24 Specs | All Targets Met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</a:defRPr>
            </a:pPr>
            <a:r>
              <a:t>Faheem Syed | Phase 2 + Phase 3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Executive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50292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657600"/>
                <a:gridCol w="73152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Categories improved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 of 7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Targets met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 of 7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Specs implemented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 (Phase 2) + 30+ commits (Phase 3)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Tests restored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+1,012 (30% to 99.5%)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Type violations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-44% explicit (-82% any)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 response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-50% wiki p99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DB queries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-36% main page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WCAG violations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 of 13 fixed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Silent failures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 of 6 fixed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CI pipeline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8-shard ~5 min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Baseline: Original master branch, seeded DB (501 docs, 218 issues, 22 users, 35 sprints)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Branches: Each category on its own branch (cat1 through cat7)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Measurement: Before/after under identical conditions, 3 runs median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Commits: Structured format — problem, fix, tradeoffs, measured improvement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Merges: --no-ff to master, preserving branch history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CI: 8-shard GitHub Actions for reproducible E2E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All 7 Targets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10698480" cy="50292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011680"/>
                <a:gridCol w="2743200"/>
                <a:gridCol w="2286000"/>
                <a:gridCol w="1828800"/>
                <a:gridCol w="1828800"/>
              </a:tblGrid>
              <a:tr h="6286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Type Safety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708 explicit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397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Bundle Size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2,073 KB monolith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955 KB largest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-54%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 Response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142ms wiki p99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71ms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DB Queries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 queries/page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~16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-36%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Test Coverage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451/1,479 (30%)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1,463/1,471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+1,012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EXCEEDED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Error Handling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 silent failures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 remaining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 fixed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EXCEEDED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Accessibility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 Crit + 10 Serious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+ 0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-13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1: Type Safety — MET (44%)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36576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74320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Violation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Explicit any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392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-82%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Type assertions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280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283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Non-null (!)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+23%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Total explicit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708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397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-44%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1: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Spec 1.1 — DB Row Types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Added TypeScript interfaces for all query results in projects.ts and weeks.ts. No more any on database rows.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1.2 — Discriminated Union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Created union type for 5 document types. TypeScript narrows automatically on switch(doc.type).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1.3 — Yjs Converter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Added TipTap JSON types to Yjs pipeline. 15 any types eliminated from yjsConverter.ts.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1.4 — Strict tsconfig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Enabled noUncheckedIndexedAccess and noImplicitReturns. Fixed 102 new errors.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Tradeoff: 25 non-null assertions added for bounds-checked array access.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1: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Count explicit any: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grep -rn ': any' api/src web/src shared/src --include='*.ts' --include='*.tsx' | wc -l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Count type assertions: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grep -rn ' as [A-Z]' api/src web/src shared/src --include='*.ts' --include='*.tsx' | wc -l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Full type check: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type-check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2: Bundle Size —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743200"/>
                <a:gridCol w="3200400"/>
                <a:gridCol w="2743200"/>
                <a:gridCol w="228600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Largest chunk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2,073 KB (94%)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955 KB (32%)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-54%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KB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784 KB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New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Route splits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 monolith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23 chunks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+22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Emoji picker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Always (271 KB)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Lazy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Highlight.js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Always (195 KB)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Lazy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2: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Spec 2.2 — Route-Level Code Splitting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Converted all 23 page routes to React.lazy() with Suspense fallbacks. Before: visiting /login downloaded the entire app including editor, emoji picker, admin dashboard.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2.3 — Lazy Emoji Picker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Deferred emoji-picker-react (271 KB). Only loaded when user clicks the emoji button.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2.4 — Lazy Highlight.js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Deferred lowlight syntax highlighting (195 KB). Loaded only when a code block is present.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2.5 — Lazy Upload Extensions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Deferred upload extensions (9 KB). Loaded on first file/image insert.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Tradeoff: Total bundle +36% due to splitting overhead, but users download less per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2: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EC9B0"/>
                </a:solidFill>
              </a:defRPr>
            </a:pPr>
            <a:r>
              <a:t>pnpm build:web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Vite prints all chunk sizes in the build output.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Look for dist/assets/*.js files with sizes.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Compare largest chunk and total JS size against baseline.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3: API Response Time —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32004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Before p99 (c=50)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 p99 (c=50)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Wiki docs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142ms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71ms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Issues (paginated)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120ms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76ms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-37%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Issues payload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310 KB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47 KB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-85%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3: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Spec 3.1 — Remove Content from Issues List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Dropped d.content from SELECT. List view only shows titles/metadata. Payload dropped 30%.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3.2 — pg-pool Max Increase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Increased pool from 20 to 25 connections. At 50 concurrent requests, all 20 were occupied causing queuing. 5 extra connections eliminated contention.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3.3 — Cursor-Based Pagination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Added cursor pagination to issues endpoint. Instead of all 218 issues (310 KB), returns 50 per page (47 KB).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Tradeoff: Opening an issue requires separate content fetch. Pagination uses created_at sort.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3: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Prerequisites: pnpm db:seed, API running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autocannon -c 50 -d 30 -H 'Cookie: session=COOKIE' 'http://localhost:3001/api/documents?type=wiki'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autocannon -c 50 -d 30 -H 'Cookie: session=COOKIE' 'http://localhost:3001/api/issues?limit=50'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Replace COOKIE with valid session cookie from browser DevTools.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4: DB Queries — MET on ALL flows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5720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5314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Flow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Main page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~16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-36%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View doc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~2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~4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-20%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Sprint board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~10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-38%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Search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~6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-33%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Auth/request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-67%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4: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Spec 4.1 — Auth Consolidation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Auth middleware ran 3 queries per request — 60% of page load queries. Combined into single JOIN with 60s throttle on last_activity.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4.2 — Remove Person JOIN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Issues list included expensive self-JOIN for archived assignee check. Removed from lists, kept in detail views.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4.4 — Assignee Functional Index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Created B-tree index on (properties-&gt;&gt;'assignee_id'). Dashboard queries went from sequential scan to index scan.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4.5 — N+1 Batch Fix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Scope-changes had 1 query per removed issue. Replaced with single WHERE id = ANY($1) batch query.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Tradeoff: last_activity 60s stale. Archived-assignee badge removed from lists.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4: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9B0"/>
                </a:solidFill>
              </a:defRPr>
            </a:pPr>
            <a:r>
              <a:t>pnpm db:seed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Count queries using pg_stat_statements or application logging.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EXPLAIN (ANALYZE, BUFFERS) on individual queries.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Compare total query count per user flow against baseline.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5: Test Coverage — EXCEEDED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Phase 2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451 (30%)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1,444 (99%)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1,463 (99.5%)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Web unit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0/162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138/151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151/151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E2E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Not run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855/855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861/869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Failures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 pre-existing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Flaky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 pre-existing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CI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~5 min (8 shards)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03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</a:defRPr>
            </a:pPr>
            <a:r>
              <a:t>+1,012 tests restored. 30% to 99.5% operational.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5: Phase 2 — Infrastructure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Spec 5.2 — Web Unit Tests (jsdom to happy-dom)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All 162 web tests broken by ERR_REQUIRE_ESM. html-encoding-sniffer dependency was ESM-only. Replaced jsdom environment with happy-dom. Result: 0/162 to 138/151 passing.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Spec 5.3 — E2E Dynamic Import Fix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Playwright transforms static imports to require(). get-port is ESM-only. Changed to dynamic import() inside async function. Result: E2E suite unblocked, 855 tests confirmed passing.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Commands: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test                        # API: 451 tests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--filter @ship/web test     # Web: 151 tests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5: Phase 3 — Test Quality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</a:defRPr>
            </a:pPr>
            <a:r>
              <a:t>13 Unit Test Failures Fixed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document-tabs.test.ts (9): stale assertions after tab rename. DetailsExtension.test.ts (3): missing child node imports. useSessionTimeout.test.ts (1): apiPost mock missing.</a:t>
            </a:r>
          </a:p>
          <a:p>
            <a:pPr>
              <a:spcBef>
                <a:spcPts val="600"/>
              </a:spcBef>
              <a:defRPr sz="1600" b="1">
                <a:solidFill>
                  <a:srgbClr val="4EC9B0"/>
                </a:solidFill>
              </a:defRPr>
            </a:pPr>
            <a:r>
              <a:t>10 of 14 Flaky E2E Tests Fixed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Root-caused and fixed with documented analysis. Common patterns: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840480"/>
          <a:ext cx="10972800" cy="27432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4114800"/>
                <a:gridCol w="27432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networkidle + WebSockets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21+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Remove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waitForTimeout(N)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15+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toBeVisible/toPass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Non-retrying assertions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Auto-retry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Meta+ on Linux CI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ControlOrMeta+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Silent-pass guards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Remove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5: CI Pipeline + App Bugs Discovered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8-Shard CI Pipeline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Before: ~60 min local (1 worker, low RAM)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After: ~5 min on GitHub Actions (8 shards x 4 workers)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Each shard: own PostgreSQL + API + Vite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Merged HTML report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4E4E"/>
                </a:solidFill>
              </a:defRPr>
            </a:pPr>
            <a:r>
              <a:t>App Bugs Discovered</a:t>
            </a:r>
          </a:p>
          <a:p>
            <a:pPr>
              <a:spcBef>
                <a:spcPts val="600"/>
              </a:spcBef>
              <a:defRPr sz="1400" b="0">
                <a:solidFill>
                  <a:srgbClr val="F44E4E"/>
                </a:solidFill>
              </a:defRPr>
            </a:pPr>
            <a:r>
              <a:t>Yjs character truncation — last 3-4 chars lost during DB persistence</a:t>
            </a:r>
          </a:p>
          <a:p>
            <a:pPr>
              <a:spcBef>
                <a:spcPts val="600"/>
              </a:spcBef>
              <a:defRPr sz="1400" b="0">
                <a:solidFill>
                  <a:srgbClr val="F44E4E"/>
                </a:solidFill>
              </a:defRPr>
            </a:pPr>
            <a:r>
              <a:t>TipTap code block input rule — backtick rule doesn't fire for 2nd block</a:t>
            </a:r>
          </a:p>
          <a:p>
            <a:pPr>
              <a:spcBef>
                <a:spcPts val="600"/>
              </a:spcBef>
              <a:defRPr sz="1400" b="0">
                <a:solidFill>
                  <a:srgbClr val="F44E4E"/>
                </a:solidFill>
              </a:defRPr>
            </a:pPr>
            <a:r>
              <a:t>WCAG 1.4.13 vs 2.5.8 — focus controls trigger target-size violations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5: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Unit tests (local):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test                        # API: 451 tests, ~12s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--filter @ship/web test     # Web: 151 tests, ~1.2s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E2E tests (CI):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git push origin cat5-test-coverage   # Triggers 8-shard pipeline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E2E tests (local):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test:e2e                    # 869 tests, requires Docker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6: Error Handling — EXCEEDED (5/6)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200400"/>
                <a:gridCol w="3657600"/>
                <a:gridCol w="411480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Failure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 ErrorBoundary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Blank screen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Recovery UI + retry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WS storm on 429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3s retry forever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Exponential 3s-60s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Rate-limit leak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Never decremented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release() on close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Title &gt;255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Silently reverts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maxLength + counter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Save ROLLBACK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.catch(() =&gt; {})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Retry 3x + toast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Phase 3: Spec 6.6 — Real-time title sync + useAutoSave throttle fix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6: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1. ErrorBoundary: Temporarily throw in a provider, verify recovery UI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2. WS backoff: Open DevTools Network, throttle to offline, verify timing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3. Title guard: Type 256+ characters, verify counter and enforcement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4. Save failure: Disconnect DB mid-save, verify toast appears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5. Title sync: Open same doc in 2 tabs, change title, verify sync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7: Accessibility — MET (13/13)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11612880" cy="50292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200400"/>
                <a:gridCol w="3200400"/>
                <a:gridCol w="5212080"/>
              </a:tblGrid>
              <a:tr h="6286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aria-expanded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/documents/:id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Removed invalid attr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Contrast (4 fixes)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Multiple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~1.6:1 to 4.5:1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 aria-labels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/documents/:id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Search, emoji, backlog, chips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Label association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/documents/:id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useId() for inputs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TabBar keyboard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/my-week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Arrow/Home/End + roving tabindex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20 decorative SVGs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/projects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aria-hidden on icons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Focus ring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/projects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focus-visible on selectable rows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7: WCAG Conflict (1.4.13 vs 2.5.8)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WCAG 1.4.13: Hover controls must also show on keyboard focus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Requires tabIndex on tree items so they can receive focus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600" b="0">
                <a:solidFill>
                  <a:srgbClr val="FFFFFF"/>
                </a:solidFill>
              </a:defRPr>
            </a:pPr>
            <a:r>
              <a:t>WCAG 2.5.8: All focusable elements must be at least 24x24px</a:t>
            </a:r>
          </a:p>
          <a:p>
            <a:pPr>
              <a:spcBef>
                <a:spcPts val="600"/>
              </a:spcBef>
              <a:defRPr sz="1400" b="0">
                <a:solidFill>
                  <a:srgbClr val="F44E4E"/>
                </a:solidFill>
              </a:defRPr>
            </a:pPr>
            <a:r>
              <a:t>Tree items: &lt;li&gt; at 6px, links at 20px, buttons at 16-18px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Attempted fix (F3.11): Added tabIndex. Axe-core immediately flagged target-size.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Reverted (F3.30): Documented as future work.</a:t>
            </a:r>
          </a:p>
          <a:p>
            <a:pPr>
              <a:spcBef>
                <a:spcPts val="600"/>
              </a:spcBef>
              <a:defRPr sz="1400" b="0">
                <a:solidFill>
                  <a:srgbClr val="4EC9B0"/>
                </a:solidFill>
              </a:defRPr>
            </a:pPr>
            <a:r>
              <a:t>Correct fix: Increase all touch targets to 24px FIRST, then add tabIndex.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Cat 7: How to 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Axe-core E2E tests:</a:t>
            </a:r>
          </a:p>
          <a:p>
            <a:pPr>
              <a:spcBef>
                <a:spcPts val="600"/>
              </a:spcBef>
              <a:defRPr sz="1300" b="0">
                <a:solidFill>
                  <a:srgbClr val="4EC9B0"/>
                </a:solidFill>
              </a:defRPr>
            </a:pPr>
            <a:r>
              <a:t>pnpm test:e2e --grep 'axe-core'</a:t>
            </a:r>
          </a:p>
          <a:p>
            <a:pPr>
              <a:spcBef>
                <a:spcPts val="600"/>
              </a:spcBef>
              <a:defRPr sz="1400" b="0">
                <a:solidFill>
                  <a:srgbClr val="999999"/>
                </a:solidFill>
              </a:defRPr>
            </a:pPr>
            <a:r>
              <a:t>Lighthouse (Chrome DevTools):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1. Open DevTools &gt; Lighthouse tab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2. Select Accessibility only, Desktop viewport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3. Run on /documents/:id, /my-week, /projects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Discovery: Everything is a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Found in: shared/src/types/document.ts (lines 34-330)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ShipShape stores every entity type — wikis, issues, projects, programs, sprints, weeks — in a single documents table with a document_type discriminator. Any document can link to any other. The TypeScript discriminated union narrows types automatically on switch(doc.type).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1">
                <a:solidFill>
                  <a:srgbClr val="4EC9B0"/>
                </a:solidFill>
              </a:defRPr>
            </a:pPr>
            <a:r>
              <a:t>Application: openEMR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Patient visits, prescriptions, lab results, referrals could all be documents with type-specific JSON schemas. Lab results from external systems stored directly and linked to encounters. Doctors see the full picture without switching modules.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Discoveries: Playwright + useAutoSave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</a:defRPr>
            </a:pPr>
            <a:r>
              <a:t>Playwright E2E Framework</a:t>
            </a:r>
          </a:p>
          <a:p>
            <a:pPr>
              <a:spcBef>
                <a:spcPts val="600"/>
              </a:spcBef>
              <a:defRPr sz="1300" b="0">
                <a:solidFill>
                  <a:srgbClr val="999999"/>
                </a:solidFill>
              </a:defRPr>
            </a:pPr>
            <a:r>
              <a:t>Found in: e2e/ (869 tests)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Auto-retrying assertions vs one-shot reads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Per-worker isolation via testcontainers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8-shard CI: 60 min to 5 min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Powerful but unforgiving on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</a:defRPr>
            </a:pPr>
            <a:r>
              <a:t>useAutoSave Hook</a:t>
            </a:r>
          </a:p>
          <a:p>
            <a:pPr>
              <a:spcBef>
                <a:spcPts val="600"/>
              </a:spcBef>
              <a:defRPr sz="1300" b="0">
                <a:solidFill>
                  <a:srgbClr val="999999"/>
                </a:solidFill>
              </a:defRPr>
            </a:pPr>
            <a:r>
              <a:t>Found in: web/src/hooks/useAutoSave.ts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Throttle: saves every 500ms while typing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Queue: changes during in-flight saves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Sequence #: prevents stale overwrites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Retry: exponential backoff on failure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AI Cost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320040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657600"/>
                <a:gridCol w="731520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Details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Primary tool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Claude Code MAX ($200/mo)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Secondary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Estimated tokens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~10M+ across all sessions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Project time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~70 hours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95% AI-generated code, 5% hand-written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Human role: architect and quality gate. AI role: implementer.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AI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9B0"/>
                </a:solidFill>
              </a:defRPr>
            </a:pPr>
            <a:r>
              <a:t>Most helpful: Planning, automation, documentation, CI sharding</a:t>
            </a:r>
          </a:p>
          <a:p>
            <a:pPr>
              <a:spcBef>
                <a:spcPts val="600"/>
              </a:spcBef>
              <a:defRPr sz="1400" b="0">
                <a:solidFill>
                  <a:srgbClr val="F44E4E"/>
                </a:solidFill>
              </a:defRPr>
            </a:pPr>
            <a:r>
              <a:t>Least helpful: Code changes without specs — fabricated results, took shortcuts</a:t>
            </a:r>
          </a:p>
          <a:p>
            <a:pPr>
              <a:spcBef>
                <a:spcPts val="600"/>
              </a:spcBef>
              <a:defRPr sz="1400" b="0">
                <a:solidFill>
                  <a:srgbClr val="DCDCAA"/>
                </a:solidFill>
              </a:defRPr>
            </a:pPr>
            <a:r>
              <a:t>Key lesson: AI amplifies direction. Good workflows accelerate; bad ones too.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Overrides required: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Commit discipline — force-merged without structured messages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Fabricated test results — solved by pushing to CI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Regression-causing fixes — 3 reverted after CI verification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Unauthorized pushes — had to require approval for every commit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Over-engineering — CLAUDE.md rule: don't add unnecessary 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CC"/>
                </a:solidFill>
              </a:defRPr>
            </a:pPr>
            <a:r>
              <a:t>Remaining Issues +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4 Hard Failures (pre-existing):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0972800" cy="256032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2743200"/>
                <a:gridCol w="3657600"/>
                <a:gridCol w="4572000"/>
              </a:tblGrid>
              <a:tr h="51206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a11y:407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Accessibility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WCAG conflict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syntax:154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Code Blocks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Yjs truncation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data:356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Mentions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Yjs persistence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drag:310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Drag Handle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Element timing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Future Work: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72000"/>
          <a:ext cx="10972800" cy="2103120"/>
        </p:xfrm>
        <a:graphic>
          <a:graphicData uri="http://schemas.openxmlformats.org/drawingml/2006/table">
            <a:tbl>
              <a:tblPr firstRow="0" bandRow="0" bandCol="0" lastRow="0">
                <a:tableStyleId>{5C22544A-7EE6-4342-B048-85BDC9FD1C3A}</a:tableStyleId>
              </a:tblPr>
              <a:tblGrid>
                <a:gridCol w="3657600"/>
                <a:gridCol w="731520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568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Yjs persistence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Fix character truncation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WCAG targets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24px minimums then tabIndex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Multi-user tests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 users editing same doc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CAIA/OAuth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Government login zero coverage</a:t>
                      </a:r>
                    </a:p>
                  </a:txBody>
                  <a:tcPr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 coverage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33% to 60%+ branches</a:t>
                      </a:r>
                    </a:p>
                  </a:txBody>
                  <a:tcPr>
                    <a:solidFill>
                      <a:srgbClr val="12122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7ACC"/>
                </a:solidFill>
              </a:defRPr>
            </a:pPr>
            <a:r>
              <a:t>ShipShape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4EC9B0"/>
                </a:solidFill>
              </a:defRPr>
            </a:pPr>
            <a:r>
              <a:t>7 categories. 24 specs. All targets met.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</a:defRPr>
            </a:pPr>
            <a:r>
              <a:t>Final Report: docs/final-audit-report.md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</a:defRPr>
            </a:pPr>
            <a:r>
              <a:t>GitHub: github.com/fsyeddev-a11y/ShipShape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</a:defRPr>
            </a:pPr>
            <a:r>
              <a:t>Deployed: shipshape-prod-web.onrender.com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